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257" r:id="rId3"/>
    <p:sldId id="260" r:id="rId4"/>
    <p:sldId id="273" r:id="rId5"/>
    <p:sldId id="265" r:id="rId6"/>
    <p:sldId id="267" r:id="rId7"/>
    <p:sldId id="266" r:id="rId8"/>
    <p:sldId id="268" r:id="rId9"/>
    <p:sldId id="269" r:id="rId10"/>
    <p:sldId id="270" r:id="rId11"/>
    <p:sldId id="272" r:id="rId12"/>
    <p:sldId id="27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32" autoAdjust="0"/>
    <p:restoredTop sz="94660"/>
  </p:normalViewPr>
  <p:slideViewPr>
    <p:cSldViewPr snapToGrid="0">
      <p:cViewPr varScale="1">
        <p:scale>
          <a:sx n="65" d="100"/>
          <a:sy n="65" d="100"/>
        </p:scale>
        <p:origin x="85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3" d="100"/>
          <a:sy n="53" d="100"/>
        </p:scale>
        <p:origin x="2922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C3F580B-1E61-4865-2440-31F10161604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1A4B0A-1A13-FBD8-98E1-E3124A1BC4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953250-4193-4B35-8B35-82A1990C6124}" type="datetimeFigureOut">
              <a:rPr lang="en-IN" smtClean="0"/>
              <a:t>23-10-2026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407C32-541C-F33D-B435-24F98C47DB8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E6E0F6-B192-5A6E-C935-FE5DBE2DD83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8C55A4-5702-49C1-BE38-4986EB476E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75137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B61DB6-892C-44AE-AC38-6921D3D47E8F}" type="datetimeFigureOut">
              <a:rPr lang="en-IN" smtClean="0"/>
              <a:t>23-10-2026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A834C6-67C1-488C-921D-85B8AEEFFC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6379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88A1B-0F17-1DFC-200B-03DB2D9F3A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F9768-C188-05C7-3D12-C6BEFAC0B5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3F6F3-BFD9-96B7-B4ED-B654A0B7A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CA2627-7FD1-2162-CEFB-47AD4587E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IN" dirty="0" err="1"/>
              <a:t>MLOps</a:t>
            </a:r>
            <a:endParaRPr lang="en-IN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0DD7B-3AAB-6522-D4E9-73E47A3EA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4110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F9369-AA02-3A46-8C80-2D910A2CF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8293" y="122830"/>
            <a:ext cx="7723494" cy="655092"/>
          </a:xfrm>
        </p:spPr>
        <p:txBody>
          <a:bodyPr>
            <a:normAutofit/>
          </a:bodyPr>
          <a:lstStyle>
            <a:lvl1pPr>
              <a:defRPr sz="3600" b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1CAE3-4DF8-715B-D5E8-F342D00D6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4651"/>
            <a:ext cx="10515600" cy="4962312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24EF4-E14A-6215-928F-B1E27DE6C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E0EE0-5226-3C2E-D4EB-39A0E874D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295F22-CCF6-01A2-DF9B-47E72AE81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123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FC757-1A9B-198D-AAC3-47088756F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56E6C7-24BC-BD07-1D15-07A2E4BE62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35C17-61D8-EF52-FAD3-072F47852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EE7E88-6538-46EF-2177-A33581BCF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9E6184-E23E-5AED-24BC-287D14519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4072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CDC4D-F7A7-AD55-C5FF-273C7930D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1EFC5-1DF6-DFFA-BBC4-EC82F0A87D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DAE79D-F6D3-4E89-7ABA-7EE25E5755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67ADA1-270D-945A-362C-C36AE2F3D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5E3D10-8918-BC01-868C-B99BAF185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D0301F-7466-B627-4CB7-6A47509E9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9034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28CF9-A882-48C9-41DD-662D591D9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A74C89-06C0-C502-9440-1335BFAC09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202866-6F95-0E4C-26BC-1B5CCE7ACC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D479EC-42F2-2E36-DDC2-9F10556357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7C315A-E173-5F09-3D05-485CFA6D2D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E8DC70-7BFE-11BA-2028-382D69603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1004B-7DCC-63A5-F819-6F9E8C42B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7CB184-2DCC-72A9-B2D3-792107CA5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8527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FB012-2710-D549-8F31-49A2F50DE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08BE20-6DEB-246B-A1A8-7C3B8A555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AFA325-8923-EA5A-C4F7-2EB4D6925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B2307F-15B4-9DFF-A454-59B6D55D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74174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05AFBB-BA67-22C7-DA6B-D28929322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BBB0C9-0421-FC35-920F-6818283AD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008542-1F5C-1C80-711D-A710966C8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3601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9AF83-39D6-1923-E0FD-3B4EA66FE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9F24C-7B28-13D3-6AE6-FA2015B8FB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754A26-2554-C9F1-1C7F-EE002262FE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53A490-E0BB-C155-64A4-29802473B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F00EB2-2509-8F36-13A1-0EE9F2B8A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1F5864-5150-C48F-FA59-E146BB955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43855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FD261-CBE5-1A9B-DC0B-F4672E762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26727-D8AB-4BEF-D1DB-09A53CD7A2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B22B62-9B3F-918B-0C9C-68F126C132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C6F936-EFA7-BC25-D257-F0C2D668B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444500-3E20-6AD7-AD26-E9C88F441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D32A66-F3B1-FA2B-5FB2-9F1D673FE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8634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3B2DC-7683-7C7C-A22D-DB4F846A2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796C71-0661-3B23-EA21-02EFD7331D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091D7A-5363-846F-6BBF-92C65DEED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C4294B-C1AF-C2BB-ECD0-8B99BA9F5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929AE-AF1F-70FB-6A6B-415D8F1B1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74028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B19097-EFFF-DC64-AF21-2058184C89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392ECD-D3D0-ED2C-C015-5F74D7164D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D69ADE-0EAE-465F-F7B9-148779FDC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381C8-5334-5AE2-C1DA-824ED4644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13CEC1-EE09-77BD-AEAE-3CCF4B456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3941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EBB796-572C-92E2-6040-2126D8828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CF5F8-FB1F-0118-25BB-FF227B916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D785F62-45B6-E161-0E36-35AFAA9851B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4878" y="-3461"/>
            <a:ext cx="2001677" cy="61841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00737AD-5F0C-921F-6E80-750ADA76BCC6}"/>
              </a:ext>
            </a:extLst>
          </p:cNvPr>
          <p:cNvSpPr/>
          <p:nvPr userDrawn="1"/>
        </p:nvSpPr>
        <p:spPr>
          <a:xfrm>
            <a:off x="0" y="6578221"/>
            <a:ext cx="12192000" cy="279779"/>
          </a:xfrm>
          <a:prstGeom prst="rect">
            <a:avLst/>
          </a:prstGeom>
          <a:solidFill>
            <a:schemeClr val="accent5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2C7146-BBEB-D6F9-D17D-90B0DF2611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3377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N" sz="14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E3FC5-20A2-F31B-88DC-0E29B04140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3377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IN"/>
              <a:t>MLOps</a:t>
            </a:r>
            <a:endParaRPr lang="en-IN" sz="1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CA6D5-2342-E92A-4642-F8EAD0B6D2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3377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77F15CE-8743-4944-A510-F1D5D3231C83}" type="slidenum">
              <a:rPr lang="en-IN" smtClean="0"/>
              <a:pPr/>
              <a:t>‹#›</a:t>
            </a:fld>
            <a:endParaRPr lang="en-IN" sz="1400"/>
          </a:p>
        </p:txBody>
      </p:sp>
    </p:spTree>
    <p:extLst>
      <p:ext uri="{BB962C8B-B14F-4D97-AF65-F5344CB8AC3E}">
        <p14:creationId xmlns:p14="http://schemas.microsoft.com/office/powerpoint/2010/main" val="931654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34631-EBD9-5DFE-0D4A-C543902C21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7564" y="2447336"/>
            <a:ext cx="11208774" cy="2212258"/>
          </a:xfrm>
        </p:spPr>
        <p:txBody>
          <a:bodyPr>
            <a:normAutofit fontScale="90000"/>
          </a:bodyPr>
          <a:lstStyle/>
          <a:p>
            <a:br>
              <a:rPr lang="en-IN" sz="72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72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72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31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Module-2</a:t>
            </a:r>
            <a:br>
              <a:rPr lang="en-IN" sz="72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72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Unit-II</a:t>
            </a:r>
            <a:br>
              <a:rPr lang="en-IN" sz="72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72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72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4400" b="1" dirty="0">
                <a:solidFill>
                  <a:schemeClr val="accent5">
                    <a:lumMod val="50000"/>
                  </a:schemeClr>
                </a:solidFill>
                <a:latin typeface="Georgia" panose="02040502050405020303" pitchFamily="18" charset="0"/>
                <a:cs typeface="Times New Roman" panose="02020603050405020304" pitchFamily="18" charset="0"/>
              </a:rPr>
              <a:t>MONITORING, PERFORMANCE &amp; OPTIMIZATION</a:t>
            </a:r>
            <a:endParaRPr lang="en-IN" sz="7200" b="1" dirty="0">
              <a:solidFill>
                <a:schemeClr val="accent5">
                  <a:lumMod val="50000"/>
                </a:schemeClr>
              </a:solidFill>
              <a:latin typeface="Georgia" panose="02040502050405020303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5BB64D-6C7D-500F-C755-B7935395BF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59012" y="5200649"/>
            <a:ext cx="5648634" cy="1367913"/>
          </a:xfrm>
        </p:spPr>
        <p:txBody>
          <a:bodyPr/>
          <a:lstStyle/>
          <a:p>
            <a:r>
              <a:rPr lang="en-I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 Simhadri Chinna Gopi</a:t>
            </a:r>
          </a:p>
          <a:p>
            <a:r>
              <a:rPr lang="en-IN" sz="20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Assist Prof.</a:t>
            </a:r>
          </a:p>
          <a:p>
            <a:r>
              <a:rPr lang="en-IN" sz="20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Dept of CSE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446E1C-DADB-FCEE-28DB-76745ADECE3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565662" y="1108864"/>
            <a:ext cx="3510116" cy="1836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9686D60-91CB-2483-50C9-07588F1CC3B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9379974" y="1108864"/>
            <a:ext cx="2045110" cy="208868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30201C2-6402-D86A-A31A-8DC64B8DA9E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754625" y="5200649"/>
            <a:ext cx="3618578" cy="1079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1385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137D5-D853-622C-BFDD-129EE16C5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2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A77D4-24E2-F68F-2A35-903BA08CF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D139DA-03BE-50A1-0F93-F37B1ABA9407}"/>
              </a:ext>
            </a:extLst>
          </p:cNvPr>
          <p:cNvSpPr txBox="1"/>
          <p:nvPr/>
        </p:nvSpPr>
        <p:spPr>
          <a:xfrm>
            <a:off x="1109817" y="722453"/>
            <a:ext cx="61132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rgbClr val="C00000"/>
                </a:solidFill>
              </a:rPr>
              <a:t>Unit-II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6B1580-060D-5EC2-1284-41928CC966E5}"/>
              </a:ext>
            </a:extLst>
          </p:cNvPr>
          <p:cNvSpPr txBox="1"/>
          <p:nvPr/>
        </p:nvSpPr>
        <p:spPr>
          <a:xfrm>
            <a:off x="1159898" y="1570795"/>
            <a:ext cx="10579817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Monitoring ML systems in production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Logging and error tracking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 metrics tracking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overview: Prometheus, Grafana, Evidently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optimization: Scaling strategies, Resource optimization.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 in AI systems (</a:t>
            </a:r>
            <a:r>
              <a:rPr lang="en-I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MLSecOps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overview)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Governance: Explainability, Bias detection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Ethical considerations </a:t>
            </a:r>
          </a:p>
        </p:txBody>
      </p:sp>
    </p:spTree>
    <p:extLst>
      <p:ext uri="{BB962C8B-B14F-4D97-AF65-F5344CB8AC3E}">
        <p14:creationId xmlns:p14="http://schemas.microsoft.com/office/powerpoint/2010/main" val="2986625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6EC57-83B2-6B17-FA48-D70F5480E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66920C-440F-95D7-133F-092C38389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3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EAB9B0-5A85-8BAC-5584-D90067609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9E597A-5CD9-B35C-55EC-799B66C7F7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869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026C7-E0AF-FBDD-B300-8E7B548C4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277D7A-F62C-2E8E-50EE-F95C3EE4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63B3E2-458D-9C8C-BF03-86023456F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1B1744-E81A-484E-E04B-8FE517815C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46634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B4289-1813-1A50-F267-19B07FBF2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3146E8-270C-40A1-A584-8ACFF7B32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549CDD-F046-1CA1-A256-D09294F5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8990D1-404B-FB61-2E4F-BA7D0BFB7A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876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440BB-6500-AA99-3E8C-348E02531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69AE72-6FC2-9CEC-493A-318E63B20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06BD52-D70B-037D-0442-F4B177BDA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F4ADA1-FADC-50BA-1DA8-2DBB9D3778C6}"/>
              </a:ext>
            </a:extLst>
          </p:cNvPr>
          <p:cNvSpPr txBox="1"/>
          <p:nvPr/>
        </p:nvSpPr>
        <p:spPr>
          <a:xfrm>
            <a:off x="1109817" y="722453"/>
            <a:ext cx="61132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rgbClr val="C00000"/>
                </a:solidFill>
              </a:rPr>
              <a:t>Unit-II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DC8F88-1842-D26F-8C38-BD706155188E}"/>
              </a:ext>
            </a:extLst>
          </p:cNvPr>
          <p:cNvSpPr txBox="1"/>
          <p:nvPr/>
        </p:nvSpPr>
        <p:spPr>
          <a:xfrm>
            <a:off x="1159898" y="1570795"/>
            <a:ext cx="10579817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Monitoring ML systems in production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Logging and error tracking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 metrics tracking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overview: Prometheus, Grafana, Evidently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optimization: Scaling strategies, Resource optimization.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 in AI systems (</a:t>
            </a:r>
            <a:r>
              <a:rPr lang="en-I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MLSecOps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overview)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Governance: Explainability, Bias detection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Ethical considerations </a:t>
            </a:r>
          </a:p>
        </p:txBody>
      </p:sp>
    </p:spTree>
    <p:extLst>
      <p:ext uri="{BB962C8B-B14F-4D97-AF65-F5344CB8AC3E}">
        <p14:creationId xmlns:p14="http://schemas.microsoft.com/office/powerpoint/2010/main" val="2429731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3D4FC-9B21-9B96-3A6E-92BC88B48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A639A-9B8C-D3D3-EE6D-526D5F0D3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7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F2A6E6-621F-438E-326D-2DBAF5E2A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B1EFBD2-D796-F963-209B-4F95A53612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0554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1FE1F-E9BE-13CD-D889-149D51008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76FD14-60D9-A2C0-E781-B323DCEB5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8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6C41E2-90E1-3DDF-8EF8-7B024402C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CD458F-EE64-4FAF-7533-BCA53AB44F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440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8FA6-6471-7F4D-AC65-02F9244CF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F5760-54FF-9515-1139-F750A2FAB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9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F99FD-87A4-1CD5-9AC9-61A91673D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A57D12-83A2-D658-35A9-45FCFAB328A5}"/>
              </a:ext>
            </a:extLst>
          </p:cNvPr>
          <p:cNvSpPr txBox="1"/>
          <p:nvPr/>
        </p:nvSpPr>
        <p:spPr>
          <a:xfrm>
            <a:off x="1109817" y="722453"/>
            <a:ext cx="61132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rgbClr val="C00000"/>
                </a:solidFill>
              </a:rPr>
              <a:t>Unit-II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1ADE84-9332-2655-4A99-E0902E44EA4A}"/>
              </a:ext>
            </a:extLst>
          </p:cNvPr>
          <p:cNvSpPr txBox="1"/>
          <p:nvPr/>
        </p:nvSpPr>
        <p:spPr>
          <a:xfrm>
            <a:off x="1159898" y="1570795"/>
            <a:ext cx="10579817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Monitoring ML systems in production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Logging and error tracking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 metrics tracking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overview: Prometheus, Grafana, Evidently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optimization: Scaling strategies, Resource optimization.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 in AI systems (</a:t>
            </a:r>
            <a:r>
              <a:rPr lang="en-I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MLSecOps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overview)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Governance: Explainability, Bias detection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Ethical considerations </a:t>
            </a:r>
          </a:p>
        </p:txBody>
      </p:sp>
    </p:spTree>
    <p:extLst>
      <p:ext uri="{BB962C8B-B14F-4D97-AF65-F5344CB8AC3E}">
        <p14:creationId xmlns:p14="http://schemas.microsoft.com/office/powerpoint/2010/main" val="19384129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D57CD-384E-DCDD-BBC2-18CB7A2C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BD0AB1-E624-B48E-C451-C07ACB575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10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226A26-146D-1896-7623-567E9348F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6B59A5-AEA3-B511-26E1-C4AA7424EE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2256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FA439-91B5-A46A-5465-1AB191317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B79E0-975A-861D-D866-D289DEDCE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11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F67194-2ED8-AFF9-7F44-F05F7456A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956B89-82F3-CA62-55E2-AE5EABD394CA}"/>
              </a:ext>
            </a:extLst>
          </p:cNvPr>
          <p:cNvSpPr txBox="1"/>
          <p:nvPr/>
        </p:nvSpPr>
        <p:spPr>
          <a:xfrm>
            <a:off x="1109817" y="722453"/>
            <a:ext cx="61132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rgbClr val="C00000"/>
                </a:solidFill>
              </a:rPr>
              <a:t>Unit-II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652230-5846-8077-9887-60342D5D05EA}"/>
              </a:ext>
            </a:extLst>
          </p:cNvPr>
          <p:cNvSpPr txBox="1"/>
          <p:nvPr/>
        </p:nvSpPr>
        <p:spPr>
          <a:xfrm>
            <a:off x="1159898" y="1570795"/>
            <a:ext cx="10579817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Monitoring ML systems in production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Logging and error tracking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 metrics tracking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overview: Prometheus, Grafana, Evidently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optimization: Scaling strategies, Resource optimization.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 in AI systems (</a:t>
            </a:r>
            <a:r>
              <a:rPr lang="en-I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MLSecOps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overview)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Governance: Explainability, Bias detection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Ethical considerations </a:t>
            </a:r>
          </a:p>
        </p:txBody>
      </p:sp>
    </p:spTree>
    <p:extLst>
      <p:ext uri="{BB962C8B-B14F-4D97-AF65-F5344CB8AC3E}">
        <p14:creationId xmlns:p14="http://schemas.microsoft.com/office/powerpoint/2010/main" val="40232583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042B8-2427-3FEB-ADE0-0DC761BCE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979DBF-6584-DFCA-D2C9-0754FE7A2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F15CE-8743-4944-A510-F1D5D3231C83}" type="slidenum">
              <a:rPr lang="en-IN" smtClean="0"/>
              <a:t>12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1B9506-B11A-574B-F484-3EF66C6EB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MLOps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5B2AEF-F8F8-0A13-C8D6-45E36DF08F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872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8996</TotalTime>
  <Words>234</Words>
  <Application>Microsoft Office PowerPoint</Application>
  <PresentationFormat>Widescreen</PresentationFormat>
  <Paragraphs>62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Georgia</vt:lpstr>
      <vt:lpstr>Times New Roman</vt:lpstr>
      <vt:lpstr>Office Theme</vt:lpstr>
      <vt:lpstr>   Module-2 Unit-II   MONITORING, PERFORMANCE &amp; OPTIMIZATION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Chinna Gopi Simhadri</dc:creator>
  <cp:lastModifiedBy>919700330708</cp:lastModifiedBy>
  <cp:revision>170</cp:revision>
  <dcterms:created xsi:type="dcterms:W3CDTF">2026-07-09T11:45:32Z</dcterms:created>
  <dcterms:modified xsi:type="dcterms:W3CDTF">2026-10-23T06:41:03Z</dcterms:modified>
</cp:coreProperties>
</file>