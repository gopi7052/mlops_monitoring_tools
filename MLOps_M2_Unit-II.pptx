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0" r:id="rId4"/>
    <p:sldId id="265" r:id="rId5"/>
    <p:sldId id="267" r:id="rId6"/>
    <p:sldId id="266" r:id="rId7"/>
    <p:sldId id="268" r:id="rId8"/>
    <p:sldId id="269" r:id="rId9"/>
    <p:sldId id="270" r:id="rId10"/>
    <p:sldId id="272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9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3F580B-1E61-4865-2440-31F1016160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1A4B0A-1A13-FBD8-98E1-E3124A1BC4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53250-4193-4B35-8B35-82A1990C612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07C32-541C-F33D-B435-24F98C47DB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6E0F6-B192-5A6E-C935-FE5DBE2DD8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C55A4-5702-49C1-BE38-4986EB47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5137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61DB6-892C-44AE-AC38-6921D3D47E8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A834C6-67C1-488C-921D-85B8AEEFF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379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8A1B-0F17-1DFC-200B-03DB2D9F3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F9768-C188-05C7-3D12-C6BEFAC0B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3F6F3-BFD9-96B7-B4ED-B654A0B7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A2627-7FD1-2162-CEFB-47AD4587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IN" dirty="0" err="1"/>
              <a:t>MLOps</a:t>
            </a:r>
            <a:endParaRPr lang="en-IN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DD7B-3AAB-6522-D4E9-73E47A3E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11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9369-AA02-3A46-8C80-2D910A2C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293" y="122830"/>
            <a:ext cx="7723494" cy="655092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1CAE3-4DF8-715B-D5E8-F342D00D6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651"/>
            <a:ext cx="10515600" cy="4962312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24EF4-E14A-6215-928F-B1E27DE6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E0EE0-5226-3C2E-D4EB-39A0E874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95F22-CCF6-01A2-DF9B-47E72AE8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2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C757-1A9B-198D-AAC3-47088756F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6E6C7-24BC-BD07-1D15-07A2E4BE6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35C17-61D8-EF52-FAD3-072F4785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E7E88-6538-46EF-2177-A33581BC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E6184-E23E-5AED-24BC-287D14519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072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DC4D-F7A7-AD55-C5FF-273C7930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1EFC5-1DF6-DFFA-BBC4-EC82F0A87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AE79D-F6D3-4E89-7ABA-7EE25E575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7ADA1-270D-945A-362C-C36AE2F3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E3D10-8918-BC01-868C-B99BAF18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0301F-7466-B627-4CB7-6A47509E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34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8CF9-A882-48C9-41DD-662D591D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74C89-06C0-C502-9440-1335BFAC0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02866-6F95-0E4C-26BC-1B5CCE7AC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479EC-42F2-2E36-DDC2-9F1055635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C315A-E173-5F09-3D05-485CFA6D2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E8DC70-7BFE-11BA-2028-382D69603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1004B-7DCC-63A5-F819-6F9E8C42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7CB184-2DCC-72A9-B2D3-792107CA5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52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FB012-2710-D549-8F31-49A2F50D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8BE20-6DEB-246B-A1A8-7C3B8A55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FA325-8923-EA5A-C4F7-2EB4D692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2307F-15B4-9DFF-A454-59B6D55D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41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05AFBB-BA67-22C7-DA6B-D2892932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BB0C9-0421-FC35-920F-6818283A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08542-1F5C-1C80-711D-A710966C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60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AF83-39D6-1923-E0FD-3B4EA66FE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F24C-7B28-13D3-6AE6-FA2015B8F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54A26-2554-C9F1-1C7F-EE002262F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3A490-E0BB-C155-64A4-29802473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00EB2-2509-8F36-13A1-0EE9F2B8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F5864-5150-C48F-FA59-E146BB95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3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D261-CBE5-1A9B-DC0B-F4672E76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26727-D8AB-4BEF-D1DB-09A53CD7A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22B62-9B3F-918B-0C9C-68F126C13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6F936-EFA7-BC25-D257-F0C2D668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44500-3E20-6AD7-AD26-E9C88F44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32A66-F3B1-FA2B-5FB2-9F1D673FE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634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3B2DC-7683-7C7C-A22D-DB4F846A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96C71-0661-3B23-EA21-02EFD7331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91D7A-5363-846F-6BBF-92C65DEE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4294B-C1AF-C2BB-ECD0-8B99BA9F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929AE-AF1F-70FB-6A6B-415D8F1B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402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19097-EFFF-DC64-AF21-2058184C8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92ECD-D3D0-ED2C-C015-5F74D7164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9ADE-0EAE-465F-F7B9-148779FD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381C8-5334-5AE2-C1DA-824ED464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3CEC1-EE09-77BD-AEAE-3CCF4B45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94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EBB796-572C-92E2-6040-2126D882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CF5F8-FB1F-0118-25BB-FF227B916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785F62-45B6-E161-0E36-35AFAA9851B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878" y="-3461"/>
            <a:ext cx="2001677" cy="61841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0737AD-5F0C-921F-6E80-750ADA76BCC6}"/>
              </a:ext>
            </a:extLst>
          </p:cNvPr>
          <p:cNvSpPr/>
          <p:nvPr userDrawn="1"/>
        </p:nvSpPr>
        <p:spPr>
          <a:xfrm>
            <a:off x="0" y="6578221"/>
            <a:ext cx="12192000" cy="27977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C7146-BBEB-D6F9-D17D-90B0DF261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3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3FC5-20A2-F31B-88DC-0E29B0414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33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MLOps</a:t>
            </a:r>
            <a:endParaRPr lang="en-IN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CA6D5-2342-E92A-4642-F8EAD0B6D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33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7F15CE-8743-4944-A510-F1D5D3231C83}" type="slidenum">
              <a:rPr lang="en-IN" smtClean="0"/>
              <a:pPr/>
              <a:t>‹#›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93165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4631-EBD9-5DFE-0D4A-C543902C2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64" y="2447336"/>
            <a:ext cx="11208774" cy="2212258"/>
          </a:xfrm>
        </p:spPr>
        <p:txBody>
          <a:bodyPr>
            <a:normAutofit fontScale="90000"/>
          </a:bodyPr>
          <a:lstStyle/>
          <a:p>
            <a:br>
              <a:rPr lang="en-IN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  <a:br>
              <a:rPr lang="en-IN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Unit-II</a:t>
            </a:r>
            <a:br>
              <a:rPr lang="en-IN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MONITORING, PERFORMANCE &amp; OPTIMIZATION</a:t>
            </a:r>
            <a:endParaRPr lang="en-IN" sz="7200" b="1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BB64D-6C7D-500F-C755-B7935395B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9012" y="5200649"/>
            <a:ext cx="5648634" cy="136791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Simhadri Chinna Gopi</a:t>
            </a:r>
          </a:p>
          <a:p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 Prof.</a:t>
            </a:r>
          </a:p>
          <a:p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CSE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46E1C-DADB-FCEE-28DB-76745ADECE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65662" y="1108864"/>
            <a:ext cx="3510116" cy="1836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686D60-91CB-2483-50C9-07588F1CC3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379974" y="1108864"/>
            <a:ext cx="2045110" cy="20886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0201C2-6402-D86A-A31A-8DC64B8DA9E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754625" y="5200649"/>
            <a:ext cx="3618578" cy="107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3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137D5-D853-622C-BFDD-129EE16C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A77D4-24E2-F68F-2A35-903BA08CF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139DA-03BE-50A1-0F93-F37B1ABA9407}"/>
              </a:ext>
            </a:extLst>
          </p:cNvPr>
          <p:cNvSpPr txBox="1"/>
          <p:nvPr/>
        </p:nvSpPr>
        <p:spPr>
          <a:xfrm>
            <a:off x="1109817" y="722453"/>
            <a:ext cx="6113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Unit-II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6B1580-060D-5EC2-1284-41928CC966E5}"/>
              </a:ext>
            </a:extLst>
          </p:cNvPr>
          <p:cNvSpPr txBox="1"/>
          <p:nvPr/>
        </p:nvSpPr>
        <p:spPr>
          <a:xfrm>
            <a:off x="1159898" y="1570795"/>
            <a:ext cx="105798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ML systems in production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error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metrics tracking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overview: Prometheus, Grafana, Evidently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optimization: Scaling strategies, Resource optimization.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in AI systems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MLSecOps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Governance: Explainability, Bias detection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 </a:t>
            </a:r>
          </a:p>
        </p:txBody>
      </p:sp>
    </p:spTree>
    <p:extLst>
      <p:ext uri="{BB962C8B-B14F-4D97-AF65-F5344CB8AC3E}">
        <p14:creationId xmlns:p14="http://schemas.microsoft.com/office/powerpoint/2010/main" val="298662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6EC57-83B2-6B17-FA48-D70F5480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6920C-440F-95D7-133F-092C3838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AB9B0-5A85-8BAC-5584-D90067609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9E597A-5CD9-B35C-55EC-799B66C7F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69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B4289-1813-1A50-F267-19B07FBF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146E8-270C-40A1-A584-8ACFF7B3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49CDD-F046-1CA1-A256-D09294F5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8990D1-404B-FB61-2E4F-BA7D0BFB7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7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440BB-6500-AA99-3E8C-348E0253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9AE72-6FC2-9CEC-493A-318E63B2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6BD52-D70B-037D-0442-F4B177BD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4ADA1-FADC-50BA-1DA8-2DBB9D3778C6}"/>
              </a:ext>
            </a:extLst>
          </p:cNvPr>
          <p:cNvSpPr txBox="1"/>
          <p:nvPr/>
        </p:nvSpPr>
        <p:spPr>
          <a:xfrm>
            <a:off x="1109817" y="722453"/>
            <a:ext cx="6113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Unit-II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DC8F88-1842-D26F-8C38-BD706155188E}"/>
              </a:ext>
            </a:extLst>
          </p:cNvPr>
          <p:cNvSpPr txBox="1"/>
          <p:nvPr/>
        </p:nvSpPr>
        <p:spPr>
          <a:xfrm>
            <a:off x="1159898" y="1570795"/>
            <a:ext cx="105798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ML systems in production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error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metrics tracking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overview: Prometheus, Grafana, Evidently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optimization: Scaling strategies, Resource optimization.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in AI systems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MLSecOps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Governance: Explainability, Bias detection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 </a:t>
            </a:r>
          </a:p>
        </p:txBody>
      </p:sp>
    </p:spTree>
    <p:extLst>
      <p:ext uri="{BB962C8B-B14F-4D97-AF65-F5344CB8AC3E}">
        <p14:creationId xmlns:p14="http://schemas.microsoft.com/office/powerpoint/2010/main" val="2429731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D4FC-9B21-9B96-3A6E-92BC88B48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A639A-9B8C-D3D3-EE6D-526D5F0D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2A6E6-621F-438E-326D-2DBAF5E2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1EFBD2-D796-F963-209B-4F95A5361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5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1FE1F-E9BE-13CD-D889-149D51008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6FD14-60D9-A2C0-E781-B323DCEB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7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C41E2-90E1-3DDF-8EF8-7B024402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D458F-EE64-4FAF-7533-BCA53AB44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4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8FA6-6471-7F4D-AC65-02F9244C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F5760-54FF-9515-1139-F750A2FA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8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F99FD-87A4-1CD5-9AC9-61A91673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57D12-83A2-D658-35A9-45FCFAB328A5}"/>
              </a:ext>
            </a:extLst>
          </p:cNvPr>
          <p:cNvSpPr txBox="1"/>
          <p:nvPr/>
        </p:nvSpPr>
        <p:spPr>
          <a:xfrm>
            <a:off x="1109817" y="722453"/>
            <a:ext cx="6113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Unit-II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1ADE84-9332-2655-4A99-E0902E44EA4A}"/>
              </a:ext>
            </a:extLst>
          </p:cNvPr>
          <p:cNvSpPr txBox="1"/>
          <p:nvPr/>
        </p:nvSpPr>
        <p:spPr>
          <a:xfrm>
            <a:off x="1159898" y="1570795"/>
            <a:ext cx="105798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ML systems in production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error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metrics tracking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overview: Prometheus, Grafana, Evidently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optimization: Scaling strategies, Resource optimization.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in AI systems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MLSecOps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Governance: Explainability, Bias detection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 </a:t>
            </a:r>
          </a:p>
        </p:txBody>
      </p:sp>
    </p:spTree>
    <p:extLst>
      <p:ext uri="{BB962C8B-B14F-4D97-AF65-F5344CB8AC3E}">
        <p14:creationId xmlns:p14="http://schemas.microsoft.com/office/powerpoint/2010/main" val="1938412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D57CD-384E-DCDD-BBC2-18CB7A2C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D0AB1-E624-B48E-C451-C07ACB57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9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26A26-146D-1896-7623-567E9348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6B59A5-AEA3-B511-26E1-C4AA7424E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25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A439-91B5-A46A-5465-1AB191317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B79E0-975A-861D-D866-D289DEDC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10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67194-2ED8-AFF9-7F44-F05F7456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56B89-82F3-CA62-55E2-AE5EABD394CA}"/>
              </a:ext>
            </a:extLst>
          </p:cNvPr>
          <p:cNvSpPr txBox="1"/>
          <p:nvPr/>
        </p:nvSpPr>
        <p:spPr>
          <a:xfrm>
            <a:off x="1109817" y="722453"/>
            <a:ext cx="6113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Unit-II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52230-5846-8077-9887-60342D5D05EA}"/>
              </a:ext>
            </a:extLst>
          </p:cNvPr>
          <p:cNvSpPr txBox="1"/>
          <p:nvPr/>
        </p:nvSpPr>
        <p:spPr>
          <a:xfrm>
            <a:off x="1159898" y="1570795"/>
            <a:ext cx="105798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ML systems in production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error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metrics tracking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overview: Prometheus, Grafana, Evidently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optimization: Scaling strategies, Resource optimization.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in AI systems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MLSecOps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Governance: Explainability, Bias detection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 </a:t>
            </a:r>
          </a:p>
        </p:txBody>
      </p:sp>
    </p:spTree>
    <p:extLst>
      <p:ext uri="{BB962C8B-B14F-4D97-AF65-F5344CB8AC3E}">
        <p14:creationId xmlns:p14="http://schemas.microsoft.com/office/powerpoint/2010/main" val="4023258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042B8-2427-3FEB-ADE0-0DC761BCE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79DBF-6584-DFCA-D2C9-0754FE7A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15CE-8743-4944-A510-F1D5D3231C83}" type="slidenum">
              <a:rPr lang="en-IN" smtClean="0"/>
              <a:t>11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B9506-B11A-574B-F484-3EF66C6E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MLOps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B2AEF-F8F8-0A13-C8D6-45E36DF08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72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8789</TotalTime>
  <Words>232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Georgia</vt:lpstr>
      <vt:lpstr>Times New Roman</vt:lpstr>
      <vt:lpstr>Office Theme</vt:lpstr>
      <vt:lpstr>   Module-2 Unit-II   MONITORING, PERFORMANCE &amp;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Chinna Gopi Simhadri</dc:creator>
  <cp:lastModifiedBy>919700330708</cp:lastModifiedBy>
  <cp:revision>169</cp:revision>
  <dcterms:created xsi:type="dcterms:W3CDTF">2026-07-09T11:45:32Z</dcterms:created>
  <dcterms:modified xsi:type="dcterms:W3CDTF">2026-10-23T03:14:38Z</dcterms:modified>
</cp:coreProperties>
</file>